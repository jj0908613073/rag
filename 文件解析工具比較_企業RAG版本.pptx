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企業多模態 RAG 文件解析選型與壓力測試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工具比較 + Robustness Benchmark 設計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文件解析工具完整比較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838200">
                <a:tc>
                  <a:txBody>
                    <a:bodyPr/>
                    <a:lstStyle/>
                    <a:p>
                      <a:r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表格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圖片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中英文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額外模型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本地部署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大規模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異質支援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t>Docling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t>Unstructured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⭐⭐⭐⭐⭐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t>DeepDoc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t>MinerU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</a:t>
                      </a:r>
                    </a:p>
                  </a:txBody>
                  <a:tcPr/>
                </a:tc>
              </a:tr>
              <a:tr h="838200">
                <a:tc>
                  <a:txBody>
                    <a:bodyPr/>
                    <a:lstStyle/>
                    <a:p>
                      <a:r>
                        <a:t>Marker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⭐⭐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壓力測試章節 - PDF 版面與視覺理解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多欄式複雜排版：測試跨欄串音問題</a:t>
            </a:r>
          </a:p>
          <a:p>
            <a:r>
              <a:t>• 跨頁長表格：測試表格合併與去重表頭</a:t>
            </a:r>
          </a:p>
          <a:p>
            <a:r>
              <a:t>• 圖文繞排與側邊欄：測試閱讀順序邏輯</a:t>
            </a:r>
          </a:p>
          <a:p>
            <a:r>
              <a:t>• 含文字流程圖：測試 OCR 精度與路徑理解</a:t>
            </a:r>
          </a:p>
          <a:p>
            <a:r>
              <a:t>• 無邊框表格：測試座標對齊能力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壓力測試章節 - Word (.docx) 邏輯層級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多層級嵌套列表：測試 Markdown 縮排正確性</a:t>
            </a:r>
          </a:p>
          <a:p>
            <a:r>
              <a:t>• 嵌入物件（Excel/Visio）：測試物件提取能力</a:t>
            </a:r>
          </a:p>
          <a:p>
            <a:r>
              <a:t>• 腳註與批註：避免語意插入錯亂</a:t>
            </a:r>
          </a:p>
          <a:p>
            <a:r>
              <a:t>• 複雜公式：測試轉換為 LaTeX 品質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壓力測試章節 - Excel (XLSM) 數據關聯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合併儲存格：測試標籤繼承能力</a:t>
            </a:r>
          </a:p>
          <a:p>
            <a:r>
              <a:t>• 跨工作表聯動：測試跨 Sheet 上下文檢索</a:t>
            </a:r>
          </a:p>
          <a:p>
            <a:r>
              <a:t>• 隱藏欄位與保護單元格：測試安全性與完整性</a:t>
            </a:r>
          </a:p>
          <a:p>
            <a:r>
              <a:t>• 數據透視表：測試公式與最終值提取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壓力測試章節 - PPT 視覺排序與摘要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非線性元素排列：測試視覺排序能力</a:t>
            </a:r>
          </a:p>
          <a:p>
            <a:r>
              <a:t>• 多圖表對比頁：測試圖表與總結關聯</a:t>
            </a:r>
          </a:p>
          <a:p>
            <a:r>
              <a:t>• Speaker Notes：測試上下文補充檢索</a:t>
            </a:r>
          </a:p>
          <a:p>
            <a:r>
              <a:t>• 母片背景資訊：測試噪點過濾能力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